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谷口 雄哉(im0258fr)" userId="0fcd1d29-db20-483b-8053-46d439767942" providerId="ADAL" clId="{F3552336-71AD-4F27-89C8-2F878FA869B1}"/>
    <pc:docChg chg="addSld delSld modSld">
      <pc:chgData name="谷口 雄哉(im0258fr)" userId="0fcd1d29-db20-483b-8053-46d439767942" providerId="ADAL" clId="{F3552336-71AD-4F27-89C8-2F878FA869B1}" dt="2025-07-15T13:10:30.376" v="433" actId="47"/>
      <pc:docMkLst>
        <pc:docMk/>
      </pc:docMkLst>
      <pc:sldChg chg="addSp modSp mod">
        <pc:chgData name="谷口 雄哉(im0258fr)" userId="0fcd1d29-db20-483b-8053-46d439767942" providerId="ADAL" clId="{F3552336-71AD-4F27-89C8-2F878FA869B1}" dt="2025-07-06T14:32:33.540" v="422" actId="2711"/>
        <pc:sldMkLst>
          <pc:docMk/>
          <pc:sldMk cId="2046486911" sldId="256"/>
        </pc:sldMkLst>
        <pc:spChg chg="mod">
          <ac:chgData name="谷口 雄哉(im0258fr)" userId="0fcd1d29-db20-483b-8053-46d439767942" providerId="ADAL" clId="{F3552336-71AD-4F27-89C8-2F878FA869B1}" dt="2025-07-06T14:32:33.540" v="422" actId="2711"/>
          <ac:spMkLst>
            <pc:docMk/>
            <pc:sldMk cId="2046486911" sldId="256"/>
            <ac:spMk id="2" creationId="{AC2622A1-A080-44CC-8F07-C39FA9524A3B}"/>
          </ac:spMkLst>
        </pc:spChg>
        <pc:picChg chg="add mod ord">
          <ac:chgData name="谷口 雄哉(im0258fr)" userId="0fcd1d29-db20-483b-8053-46d439767942" providerId="ADAL" clId="{F3552336-71AD-4F27-89C8-2F878FA869B1}" dt="2025-07-06T14:30:47.443" v="411" actId="167"/>
          <ac:picMkLst>
            <pc:docMk/>
            <pc:sldMk cId="2046486911" sldId="256"/>
            <ac:picMk id="5" creationId="{36E0B5D4-E255-0F45-9CC0-AB5BEB8C0DB0}"/>
          </ac:picMkLst>
        </pc:picChg>
      </pc:sldChg>
      <pc:sldChg chg="addSp modSp mod setBg">
        <pc:chgData name="谷口 雄哉(im0258fr)" userId="0fcd1d29-db20-483b-8053-46d439767942" providerId="ADAL" clId="{F3552336-71AD-4F27-89C8-2F878FA869B1}" dt="2025-07-06T14:32:52.637" v="428" actId="404"/>
        <pc:sldMkLst>
          <pc:docMk/>
          <pc:sldMk cId="3026193625" sldId="257"/>
        </pc:sldMkLst>
        <pc:spChg chg="mod">
          <ac:chgData name="谷口 雄哉(im0258fr)" userId="0fcd1d29-db20-483b-8053-46d439767942" providerId="ADAL" clId="{F3552336-71AD-4F27-89C8-2F878FA869B1}" dt="2025-07-06T14:32:52.637" v="428" actId="404"/>
          <ac:spMkLst>
            <pc:docMk/>
            <pc:sldMk cId="3026193625" sldId="257"/>
            <ac:spMk id="2" creationId="{A5AC3198-3D7F-4ACE-8EA0-DDF4079BAC14}"/>
          </ac:spMkLst>
        </pc:spChg>
        <pc:spChg chg="mod">
          <ac:chgData name="谷口 雄哉(im0258fr)" userId="0fcd1d29-db20-483b-8053-46d439767942" providerId="ADAL" clId="{F3552336-71AD-4F27-89C8-2F878FA869B1}" dt="2025-07-06T14:32:52.637" v="428" actId="404"/>
          <ac:spMkLst>
            <pc:docMk/>
            <pc:sldMk cId="3026193625" sldId="257"/>
            <ac:spMk id="3" creationId="{F86D54FA-660A-4B26-8358-1A906474AD12}"/>
          </ac:spMkLst>
        </pc:spChg>
        <pc:picChg chg="add mod ord">
          <ac:chgData name="谷口 雄哉(im0258fr)" userId="0fcd1d29-db20-483b-8053-46d439767942" providerId="ADAL" clId="{F3552336-71AD-4F27-89C8-2F878FA869B1}" dt="2025-07-06T14:29:54.279" v="407" actId="1076"/>
          <ac:picMkLst>
            <pc:docMk/>
            <pc:sldMk cId="3026193625" sldId="257"/>
            <ac:picMk id="5" creationId="{93FBD23E-C078-6A83-D1A7-DDF7476DFB63}"/>
          </ac:picMkLst>
        </pc:picChg>
      </pc:sldChg>
      <pc:sldChg chg="addSp modSp mod setBg">
        <pc:chgData name="谷口 雄哉(im0258fr)" userId="0fcd1d29-db20-483b-8053-46d439767942" providerId="ADAL" clId="{F3552336-71AD-4F27-89C8-2F878FA869B1}" dt="2025-07-06T14:33:02.705" v="431" actId="404"/>
        <pc:sldMkLst>
          <pc:docMk/>
          <pc:sldMk cId="3099279250" sldId="258"/>
        </pc:sldMkLst>
        <pc:spChg chg="mod">
          <ac:chgData name="谷口 雄哉(im0258fr)" userId="0fcd1d29-db20-483b-8053-46d439767942" providerId="ADAL" clId="{F3552336-71AD-4F27-89C8-2F878FA869B1}" dt="2025-07-06T14:33:02.705" v="431" actId="404"/>
          <ac:spMkLst>
            <pc:docMk/>
            <pc:sldMk cId="3099279250" sldId="258"/>
            <ac:spMk id="2" creationId="{EA8D1900-E3CD-4B31-B1AE-C80955E5074F}"/>
          </ac:spMkLst>
        </pc:spChg>
        <pc:spChg chg="mod">
          <ac:chgData name="谷口 雄哉(im0258fr)" userId="0fcd1d29-db20-483b-8053-46d439767942" providerId="ADAL" clId="{F3552336-71AD-4F27-89C8-2F878FA869B1}" dt="2025-07-06T14:33:02.705" v="431" actId="404"/>
          <ac:spMkLst>
            <pc:docMk/>
            <pc:sldMk cId="3099279250" sldId="258"/>
            <ac:spMk id="3" creationId="{492436A4-D909-4422-BC0D-F26573DBD5DA}"/>
          </ac:spMkLst>
        </pc:spChg>
        <pc:picChg chg="add mod ord">
          <ac:chgData name="谷口 雄哉(im0258fr)" userId="0fcd1d29-db20-483b-8053-46d439767942" providerId="ADAL" clId="{F3552336-71AD-4F27-89C8-2F878FA869B1}" dt="2025-07-06T14:31:41.625" v="417" actId="167"/>
          <ac:picMkLst>
            <pc:docMk/>
            <pc:sldMk cId="3099279250" sldId="258"/>
            <ac:picMk id="4" creationId="{3432A145-CBF2-C635-6428-FB5B53D39F63}"/>
          </ac:picMkLst>
        </pc:picChg>
      </pc:sldChg>
      <pc:sldChg chg="addSp modSp new del mod setBg">
        <pc:chgData name="谷口 雄哉(im0258fr)" userId="0fcd1d29-db20-483b-8053-46d439767942" providerId="ADAL" clId="{F3552336-71AD-4F27-89C8-2F878FA869B1}" dt="2025-07-15T13:10:30.376" v="433" actId="47"/>
        <pc:sldMkLst>
          <pc:docMk/>
          <pc:sldMk cId="2901056334" sldId="259"/>
        </pc:sldMkLst>
      </pc:sldChg>
    </pc:docChg>
  </pc:docChgLst>
  <pc:docChgLst>
    <pc:chgData name="谷口 雄哉(im0258fr)" userId="0fcd1d29-db20-483b-8053-46d439767942" providerId="ADAL" clId="{51F9361E-B7BF-49C7-9D0C-5B5F03221304}"/>
    <pc:docChg chg="modSld">
      <pc:chgData name="谷口 雄哉(im0258fr)" userId="0fcd1d29-db20-483b-8053-46d439767942" providerId="ADAL" clId="{51F9361E-B7BF-49C7-9D0C-5B5F03221304}" dt="2025-07-09T06:04:46.013" v="21" actId="2711"/>
      <pc:docMkLst>
        <pc:docMk/>
      </pc:docMkLst>
      <pc:sldChg chg="modSp mod">
        <pc:chgData name="谷口 雄哉(im0258fr)" userId="0fcd1d29-db20-483b-8053-46d439767942" providerId="ADAL" clId="{51F9361E-B7BF-49C7-9D0C-5B5F03221304}" dt="2025-07-09T06:04:46.013" v="21" actId="2711"/>
        <pc:sldMkLst>
          <pc:docMk/>
          <pc:sldMk cId="2046486911" sldId="256"/>
        </pc:sldMkLst>
        <pc:spChg chg="mod">
          <ac:chgData name="谷口 雄哉(im0258fr)" userId="0fcd1d29-db20-483b-8053-46d439767942" providerId="ADAL" clId="{51F9361E-B7BF-49C7-9D0C-5B5F03221304}" dt="2025-07-09T06:04:46.013" v="21" actId="2711"/>
          <ac:spMkLst>
            <pc:docMk/>
            <pc:sldMk cId="2046486911" sldId="256"/>
            <ac:spMk id="3" creationId="{09B1C5BE-4059-4540-9B22-CF1DAA3CF023}"/>
          </ac:spMkLst>
        </pc:spChg>
      </pc:sldChg>
      <pc:sldChg chg="modSp mod">
        <pc:chgData name="谷口 雄哉(im0258fr)" userId="0fcd1d29-db20-483b-8053-46d439767942" providerId="ADAL" clId="{51F9361E-B7BF-49C7-9D0C-5B5F03221304}" dt="2025-07-09T04:52:44.490" v="19" actId="20577"/>
        <pc:sldMkLst>
          <pc:docMk/>
          <pc:sldMk cId="3026193625" sldId="257"/>
        </pc:sldMkLst>
        <pc:spChg chg="mod">
          <ac:chgData name="谷口 雄哉(im0258fr)" userId="0fcd1d29-db20-483b-8053-46d439767942" providerId="ADAL" clId="{51F9361E-B7BF-49C7-9D0C-5B5F03221304}" dt="2025-07-09T04:52:44.490" v="19" actId="20577"/>
          <ac:spMkLst>
            <pc:docMk/>
            <pc:sldMk cId="3026193625" sldId="257"/>
            <ac:spMk id="3" creationId="{F86D54FA-660A-4B26-8358-1A906474AD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59C00-6CBB-4BB4-B527-88E8FB12F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1FF9AE-A8E6-48C1-9C7A-B25F76E26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EAFFDC-B90E-43A5-A0E1-7C0B9A15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3D7739-4B92-401D-B847-8D482981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EBEFF9-C3BB-4E12-8769-D24AB124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07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4DC64-2C75-403F-9E0F-19D0D46D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D3BC81-4643-4139-8DC4-A2E24B919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1B12E2-76B0-4AB4-8434-3314866A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44D4A5-C925-4B1D-89C5-C8B645B1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332A53-ECBE-4D6A-8164-0CE6BB60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72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BF0987-96A4-4321-8B35-66F8767D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5C02A2-F226-4749-85DB-A86F466E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7DEE5D-9C8D-49E3-920D-5A3352DD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D65F1B-3C86-4BB2-993F-AD1C123B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861CD8-9213-47FE-8BEF-873FB0A4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54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3AA051-E073-458B-BED9-53B188556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B2AEB1-6034-442C-8012-F30054548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7C3855-C284-44DD-9695-60BD8EA60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F1C762-5D23-4B3A-82AC-CB35001F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A13C09-1C36-4EFE-92A9-F91B76F8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C44786-4355-46C3-B219-861FE175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07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62F2B6-D8F4-42AB-BEA9-F2E3CA9D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D7AC58-89F4-4C9C-9DA8-20FD751B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BE31E6-B3C1-4F75-B79A-22C84B8A2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C0AB6E-1E34-4F97-A7BD-430509FFA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BDD645-F3D7-48E6-88ED-9B8FA6882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8BF061-CF84-4231-B361-3B8D0B58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13E50B-C24C-430F-B86A-E035DD24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D1BE1A9-1470-4E99-BB47-2CB9273E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23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0F07A9-60A7-44C0-B707-F35A3BCF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2EB99D-EAE7-4C11-81FA-4016C29C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38AE19-1027-4F7C-BD20-053C1EC3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1DCB72-1299-48BF-88D8-53F89506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2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8E4F7F-F16F-4895-AFEC-452C8031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F00E76-9EF1-4AFA-9212-9651947F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0FF559-D270-40FE-A5B2-9F05FB4B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1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815924-144C-42FE-8E22-6461D39D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A1F23D-CC6E-4D82-98CE-30BB46D54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88F29B-C784-496F-93E9-53B838690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41C48D-14ED-4A4E-80EC-27A12945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09ACF9-321B-4A38-9AF8-10DF3464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48AA7A-9D33-4B09-A63A-B86AD66E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24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858B3-45CD-48AA-B3C0-ECD63ACC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524AD4-7B1D-4385-9C62-0B378F374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21772F-9713-46BC-A15D-09B176AD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9F0B5E-7119-4BC5-B87E-B8CD480F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3E7C4E-99B0-42E2-ACAF-4E2913D2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D363F7-6687-4AAA-AF90-5ECD1DA8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59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BE279-4BE6-489B-87C6-B44FEFF1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2A2688-AC5F-496B-8DC6-255EFC612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CABFB1-221D-4CFC-A98B-B1DBB1BD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84FFD3-1AFE-4499-848E-243B4F05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56929B-74C2-4A6E-B02E-31DFE9CC8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64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E112B4-5A58-4C0F-BC84-BFFB2C804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551A97-74A8-449B-A224-33DDB16AB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984881-3FCE-421A-8C69-C1B1E767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EA6D45-614A-4B08-B397-0995B189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6C6FC-1F8B-4813-A692-06B9C12F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8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17B58C-737E-4387-838E-FCC4761D1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538983-B7BD-4933-B11A-910EFE792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E3C22D-317F-4128-9093-2392C818F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C8413-6E74-4A4D-81D3-DDEB12DAD277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53F3B9-EF9D-40E5-B569-DE3700115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4B2296-F61C-4BD0-9AEF-84D4DFC3F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4AA60-242D-4827-8174-8EF92F781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53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6E0B5D4-E255-0F45-9CC0-AB5BEB8C0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2830"/>
            <a:ext cx="12159385" cy="959791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C2622A1-A080-44CC-8F07-C39FA9524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bg1"/>
                </a:solidFill>
                <a:highlight>
                  <a:srgbClr val="000000"/>
                </a:highlight>
                <a:latin typeface="HGP明朝E" panose="02020900000000000000" pitchFamily="18" charset="-128"/>
                <a:ea typeface="HGP明朝E" panose="02020900000000000000" pitchFamily="18" charset="-128"/>
              </a:rPr>
              <a:t>宇宙征服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B1C5BE-4059-4540-9B22-CF1DAA3CF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谷口 雄哉</a:t>
            </a:r>
            <a:endParaRPr kumimoji="1" lang="ja-JP" altLang="en-US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648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3FBD23E-C078-6A83-D1A7-DDF7476DFB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-531448"/>
            <a:ext cx="12192000" cy="962366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5AC3198-3D7F-4ACE-8EA0-DDF4079B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作品概要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6D54FA-660A-4B26-8358-1A906474A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200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・宇宙空間にある惑星を征服し、宇宙統一を目指そう！</a:t>
            </a:r>
            <a:endParaRPr kumimoji="1" lang="en-US" altLang="ja-JP" sz="3200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pPr marL="0" indent="0">
              <a:buNone/>
            </a:pPr>
            <a:r>
              <a:rPr lang="ja-JP" altLang="en-US" sz="3200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・全惑星を黄色にしてやろう</a:t>
            </a:r>
            <a:r>
              <a:rPr lang="en-US" altLang="ja-JP" sz="3200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(^▽^)/</a:t>
            </a:r>
            <a:endParaRPr kumimoji="1" lang="en-US" altLang="ja-JP" sz="3200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619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432A145-CBF2-C635-6428-FB5B53D39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-531448"/>
            <a:ext cx="12192000" cy="962366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1900-E3CD-4B31-B1AE-C80955E5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体験方法・注目点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2436A4-D909-4422-BC0D-F26573DBD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・宇宙船を動かすのはマウス操作が基本。進む方向が決められるカーソルを行きたい方向に</a:t>
            </a:r>
            <a:r>
              <a:rPr kumimoji="1" lang="ja-JP" altLang="en-US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クリックしながら動かしてみよう！</a:t>
            </a:r>
            <a:endParaRPr kumimoji="1" lang="en-US" altLang="ja-JP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・</a:t>
            </a:r>
            <a:r>
              <a:rPr lang="en-US" altLang="ja-JP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W</a:t>
            </a:r>
            <a:r>
              <a:rPr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キーで上昇、</a:t>
            </a:r>
            <a:r>
              <a:rPr lang="en-US" altLang="ja-JP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S</a:t>
            </a:r>
            <a:r>
              <a:rPr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キーで下降</a:t>
            </a:r>
            <a:endParaRPr lang="en-US" altLang="ja-JP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pPr marL="0" indent="0">
              <a:buNone/>
            </a:pPr>
            <a:r>
              <a:rPr kumimoji="1"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・スペースキーでビームを発射！</a:t>
            </a:r>
            <a:endParaRPr kumimoji="1" lang="en-US" altLang="ja-JP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bg1"/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・もしも宇宙船が惑星にぶつかったら、大破してゲームが落ちるから気を付けて！！</a:t>
            </a:r>
            <a:endParaRPr kumimoji="1" lang="ja-JP" altLang="en-US" dirty="0">
              <a:solidFill>
                <a:schemeClr val="bg1"/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9279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100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HGP明朝E</vt:lpstr>
      <vt:lpstr>游ゴシック</vt:lpstr>
      <vt:lpstr>游ゴシック Light</vt:lpstr>
      <vt:lpstr>Arial</vt:lpstr>
      <vt:lpstr>Office テーマ</vt:lpstr>
      <vt:lpstr>宇宙征服</vt:lpstr>
      <vt:lpstr>作品概要</vt:lpstr>
      <vt:lpstr>体験方法・注目点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宇宙征服</dc:title>
  <dc:creator>谷口 雄哉</dc:creator>
  <cp:lastModifiedBy>谷口 雄哉(im0258fr)</cp:lastModifiedBy>
  <cp:revision>5</cp:revision>
  <dcterms:created xsi:type="dcterms:W3CDTF">2025-07-02T04:36:44Z</dcterms:created>
  <dcterms:modified xsi:type="dcterms:W3CDTF">2025-07-15T13:10:32Z</dcterms:modified>
</cp:coreProperties>
</file>